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1" name="LayoutBadge"/>
          <p:cNvSpPr/>
          <p:nvPr/>
        </p:nvSpPr>
        <p:spPr>
          <a:xfrm>
            <a:off x="10800000" y="108000"/>
            <a:ext cx="1080000" cy="216000"/>
          </a:xfrm>
          <a:prstGeom prst="rect">
            <a:avLst/>
          </a:prstGeom>
          <a:solidFill>
            <a:srgbClr val="C6402E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MasterBar"/>
          <p:cNvSpPr/>
          <p:nvPr/>
        </p:nvSpPr>
        <p:spPr>
          <a:xfrm>
            <a:off x="0" y="0"/>
            <a:ext cx="12192119" cy="432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继承测试标题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第一行正文</a:t>
            </a:r>
          </a:p>
          <a:p>
            <a:r>
              <a:t>第二行正文</a:t>
            </a:r>
          </a:p>
        </p:txBody>
      </p:sp>
      <p:sp>
        <p:nvSpPr>
          <p:cNvPr id="4" name="ExplicitBox"/>
          <p:cNvSpPr/>
          <p:nvPr/>
        </p:nvSpPr>
        <p:spPr>
          <a:xfrm>
            <a:off x="360000" y="1800000"/>
            <a:ext cx="1080000" cy="720000"/>
          </a:xfrm>
          <a:prstGeom prst="rect">
            <a:avLst/>
          </a:prstGeom>
          <a:solidFill>
            <a:srgbClr val="1E7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GhostShape" hidden="1"/>
          <p:cNvSpPr/>
          <p:nvPr/>
        </p:nvSpPr>
        <p:spPr>
          <a:xfrm>
            <a:off x="720000" y="720000"/>
            <a:ext cx="720000" cy="72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2880000"/>
          <a:ext cx="64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</a:tblGrid>
              <a:tr h="540000">
                <a:tc>
                  <a:txBody>
                    <a:bodyPr/>
                    <a:lstStyle/>
                    <a:p>
                      <a:r>
                        <a:t>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t>Samsung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4570k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