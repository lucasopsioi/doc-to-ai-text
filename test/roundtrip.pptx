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1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</p:sldIdLst>
  <p:sldSz cx="12193200" cy="6858000"/>
  <p:notesSz cx="6858000" cy="12193200"/>
</p:presentation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theme" Target="theme/theme1.xml"/></Relationships>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itle and Content">
    <p:bg>
      <p:bgPr>
        <a:solidFill>
          <a:srgbClr val="F6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sterBar"/>
          <p:cNvSpPr/>
          <p:nvPr/>
        </p:nvSpPr>
        <p:spPr>
          <a:xfrm>
            <a:off x="0" y="0"/>
            <a:ext cx="12193200" cy="432000"/>
          </a:xfrm>
          <a:prstGeom prst="rect">
            <a:avLst/>
          </a:prstGeom>
          <a:solidFill>
            <a:srgbClr val="1F6F8B"/>
          </a:solidFill>
        </p:spPr>
        <p:txBody>
          <a:bodyPr/>
          <a:lstStyle/>
          <a:p/>
        </p:txBody>
      </p:sp>
      <p:sp>
        <p:nvSpPr>
          <p:cNvPr id="3" name="LayoutBadge"/>
          <p:cNvSpPr/>
          <p:nvPr/>
        </p:nvSpPr>
        <p:spPr>
          <a:xfrm>
            <a:off x="10800000" y="108000"/>
            <a:ext cx="1080000" cy="216000"/>
          </a:xfrm>
          <a:prstGeom prst="rect">
            <a:avLst/>
          </a:prstGeom>
          <a:solidFill>
            <a:srgbClr val="C6402E"/>
          </a:solidFill>
        </p:spPr>
        <p:txBody>
          <a:bodyPr/>
          <a:lstStyle/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itle Only">
    <p:bg>
      <p:bgPr>
        <a:solidFill>
          <a:srgbClr val="F6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sterBar"/>
          <p:cNvSpPr/>
          <p:nvPr/>
        </p:nvSpPr>
        <p:spPr>
          <a:xfrm>
            <a:off x="0" y="0"/>
            <a:ext cx="12193200" cy="432000"/>
          </a:xfrm>
          <a:prstGeom prst="rect">
            <a:avLst/>
          </a:prstGeom>
          <a:solidFill>
            <a:srgbClr val="1F6F8B"/>
          </a:solidFill>
        </p:spPr>
        <p:txBody>
          <a:bodyPr/>
          <a:lstStyle/>
          <a:p/>
        </p:txBody>
      </p:sp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txStyles>
    <p:titleStyle>
      <a:lvl1pPr>
        <a:defRPr sz="4400"/>
      </a:lvl1pPr>
    </p:titleStyle>
    <p:bodyStyle>
      <a:lvl1pPr>
        <a:defRPr sz="2800"/>
      </a:lvl1pPr>
    </p:bodyStyle>
    <p:otherStyle>
      <a:lvl1pPr>
        <a:defRPr sz="1800"/>
      </a:lvl1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 txBox="1"/>
          <p:nvPr/>
        </p:nvSpPr>
        <p:spPr>
          <a:xfrm>
            <a:off x="457200" y="273600"/>
            <a:ext cx="8229600" cy="114480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r>
              <a:rPr lang="zh-CN" altLang="en-US" sz="4400" dirty="0"/>
              <a:t>继承测试标题</a:t>
            </a:r>
          </a:p>
        </p:txBody>
      </p:sp>
      <p:sp>
        <p:nvSpPr>
          <p:cNvPr id="3" name="Content Placeholder 2"/>
          <p:cNvSpPr txBox="1"/>
          <p:nvPr/>
        </p:nvSpPr>
        <p:spPr>
          <a:xfrm>
            <a:off x="457200" y="1602000"/>
            <a:ext cx="8229600" cy="452520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r>
              <a:rPr lang="zh-CN" altLang="en-US" sz="3200" dirty="0"/>
              <a:t>第一行正文</a:t>
            </a:r>
          </a:p>
          <a:p>
            <a:r>
              <a:rPr lang="zh-CN" altLang="en-US" sz="3200" dirty="0"/>
              <a:t>第二行正文</a:t>
            </a:r>
          </a:p>
        </p:txBody>
      </p:sp>
      <p:sp>
        <p:nvSpPr>
          <p:cNvPr id="4" name="ExplicitBox"/>
          <p:cNvSpPr/>
          <p:nvPr/>
        </p:nvSpPr>
        <p:spPr>
          <a:xfrm>
            <a:off x="360000" y="1800000"/>
            <a:ext cx="1080000" cy="720000"/>
          </a:xfrm>
          <a:prstGeom prst="rect">
            <a:avLst/>
          </a:prstGeom>
          <a:solidFill>
            <a:srgbClr val="1E7A46"/>
          </a:solidFill>
        </p:spPr>
        <p:txBody>
          <a:bodyPr/>
          <a:lstStyle/>
          <a:p/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 txBox="1"/>
          <p:nvPr/>
        </p:nvSpPr>
        <p:spPr>
          <a:xfrm>
            <a:off x="457200" y="273600"/>
            <a:ext cx="8229600" cy="114480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r>
              <a:rPr lang="zh-CN" altLang="en-US" sz="4400" dirty="0"/>
              <a:t>第二页</a:t>
            </a:r>
          </a:p>
        </p:txBody>
      </p:sp>
      <p:graphicFrame>
        <p:nvGraphicFramePr>
          <p:cNvPr id="3" name="Table 3"/>
          <p:cNvGraphicFramePr>
            <a:graphicFrameLocks noGrp="1"/>
          </p:cNvGraphicFramePr>
          <p:nvPr/>
        </p:nvGraphicFramePr>
        <p:xfrm>
          <a:off x="720000" y="2880000"/>
          <a:ext cx="6480000" cy="108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60000"/>
                <a:gridCol w="2160000"/>
                <a:gridCol w="2160000"/>
              </a:tblGrid>
              <a:tr h="540000">
                <a:tc>
                  <a:txBody>
                    <a:bodyPr/>
                    <a:lstStyle/>
                    <a:p>
                      <a:r>
                        <a:rPr lang="zh-CN" sz="1200" dirty="0"/>
                        <a:t>Brand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sz="1200" dirty="0"/>
                        <a:t>Units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sz="1200" dirty="0"/>
                        <a:t>Share</a:t>
                      </a:r>
                    </a:p>
                  </a:txBody>
                  <a:tcPr/>
                </a:tc>
              </a:tr>
              <a:tr h="540000">
                <a:tc>
                  <a:txBody>
                    <a:bodyPr/>
                    <a:lstStyle/>
                    <a:p>
                      <a:r>
                        <a:rPr lang="zh-CN" sz="1200" dirty="0"/>
                        <a:t>Samsung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sz="1200" dirty="0"/>
                        <a:t>4570k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sz="1200" dirty="0"/>
                        <a:t>31%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微软雅黑"/>
        <a:cs typeface=""/>
      </a:majorFont>
      <a:minorFont>
        <a:latin typeface="Calibri"/>
        <a:ea typeface="微软雅黑"/>
        <a:cs typeface=""/>
      </a:minorFont>
    </a:fontScheme>
    <a:fmtScheme name="Office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>
          <a:solidFill>
            <a:schemeClr val="phClr"/>
          </a:solidFill>
        </a:ln>
        <a:ln w="12700">
          <a:solidFill>
            <a:schemeClr val="phClr"/>
          </a:solidFill>
        </a:ln>
        <a:ln w="19050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>
  <Application>文档转AI文本</Application>
  <Slides>2</Slides>
</Properties>
</file>

<file path=docProps/core.xml><?xml version="1.0" encoding="utf-8"?>
<cp:coreProperties xmlns:cp="http://schemas.openxmlformats.org/package/2006/metadata/core-properties" xmlns:dc="http://purl.org/dc/elements/1.1/" xmlns:xsi="http://www.w3.org/2001/XMLSchema-instance">
  <dc:title>inherit.pptx</dc:title>
  <cp:revision>1</cp:revision>
</cp:coreProperties>
</file>